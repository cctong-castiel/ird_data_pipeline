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b90e5f6c0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b90e5f6c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b90e5f6c0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b90e5f6c0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b90e5f6c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b90e5f6c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b90e5f6c0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b90e5f6c0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b90e5f6c0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db90e5f6c0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b90e5f6c0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b90e5f6c0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b90e5f6c0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b90e5f6c0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b90e5f6c0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db90e5f6c0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ird.gov.hk/eng/ppr/arc.htm" TargetMode="External"/><Relationship Id="rId4" Type="http://schemas.openxmlformats.org/officeDocument/2006/relationships/hyperlink" Target="https://www.ird.gov.hk/eng/ppr/arc.htm%5D(https://www.ird.gov.hk/eng/ppr/arc.htm)" TargetMode="External"/><Relationship Id="rId5" Type="http://schemas.openxmlformats.org/officeDocument/2006/relationships/hyperlink" Target="https://www.ird.gov.hk/eng/ppr/dip.htm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Ird Data Pipeline Presentation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Castiel Tong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597875"/>
            <a:ext cx="70305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To Scrape IRD table data from IRD websites(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https://www.ird.gov.hk/eng/ppr/arc.htm</a:t>
            </a:r>
            <a:r>
              <a:rPr lang="en-GB" u="sng">
                <a:solidFill>
                  <a:schemeClr val="hlink"/>
                </a:solidFill>
                <a:hlinkClick r:id="rId4"/>
              </a:rPr>
              <a:t>)</a:t>
            </a:r>
            <a:r>
              <a:rPr lang="en-GB"/>
              <a:t> and table data from 1-63 (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https://www.ird.gov.hk/eng/ppr/dip.htm</a:t>
            </a:r>
            <a:r>
              <a:rPr lang="en-GB"/>
              <a:t>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Store those pdf files to a vector search database so that users can search tax related documents with natural language</a:t>
            </a:r>
            <a:endParaRPr/>
          </a:p>
        </p:txBody>
      </p:sp>
      <p:pic>
        <p:nvPicPr>
          <p:cNvPr id="285" name="Google Shape;285;p14"/>
          <p:cNvPicPr preferRelativeResize="0"/>
          <p:nvPr/>
        </p:nvPicPr>
        <p:blipFill rotWithShape="1">
          <a:blip r:embed="rId6">
            <a:alphaModFix/>
          </a:blip>
          <a:srcRect b="0" l="0" r="18321" t="0"/>
          <a:stretch/>
        </p:blipFill>
        <p:spPr>
          <a:xfrm>
            <a:off x="1117775" y="2683875"/>
            <a:ext cx="3019301" cy="21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 rotWithShape="1">
          <a:blip r:embed="rId7">
            <a:alphaModFix/>
          </a:blip>
          <a:srcRect b="0" l="0" r="15190" t="0"/>
          <a:stretch/>
        </p:blipFill>
        <p:spPr>
          <a:xfrm>
            <a:off x="5115050" y="2536200"/>
            <a:ext cx="2310474" cy="24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854700" y="1597875"/>
            <a:ext cx="7758900" cy="14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 built a RAG pipeline with Prefect pipeline orchestration python package to streamline the scraping pdf documents, cleansing the markdown files after pdf conversion and vector search using opensearch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Prefect Cloud provides a convenient UI for controlling and monitoring the pipelines. Opensearch UI could let users to tests the searching performance</a:t>
            </a:r>
            <a:endParaRPr/>
          </a:p>
        </p:txBody>
      </p:sp>
      <p:pic>
        <p:nvPicPr>
          <p:cNvPr id="293" name="Google Shape;2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50" y="3161300"/>
            <a:ext cx="1294025" cy="12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5"/>
          <p:cNvSpPr txBox="1"/>
          <p:nvPr/>
        </p:nvSpPr>
        <p:spPr>
          <a:xfrm>
            <a:off x="515013" y="4518975"/>
            <a:ext cx="124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Web scraping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5" name="Google Shape;29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3425" y="3161300"/>
            <a:ext cx="1294025" cy="12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5"/>
          <p:cNvSpPr txBox="1"/>
          <p:nvPr/>
        </p:nvSpPr>
        <p:spPr>
          <a:xfrm>
            <a:off x="3605801" y="4518975"/>
            <a:ext cx="138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Data Cleansing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15"/>
          <p:cNvPicPr preferRelativeResize="0"/>
          <p:nvPr/>
        </p:nvPicPr>
        <p:blipFill rotWithShape="1">
          <a:blip r:embed="rId5">
            <a:alphaModFix/>
          </a:blip>
          <a:srcRect b="0" l="0" r="50022" t="0"/>
          <a:stretch/>
        </p:blipFill>
        <p:spPr>
          <a:xfrm>
            <a:off x="6726150" y="3161300"/>
            <a:ext cx="1294026" cy="14564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15"/>
          <p:cNvCxnSpPr/>
          <p:nvPr/>
        </p:nvCxnSpPr>
        <p:spPr>
          <a:xfrm flipH="1" rot="10800000">
            <a:off x="1994275" y="3878875"/>
            <a:ext cx="13047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15"/>
          <p:cNvCxnSpPr/>
          <p:nvPr/>
        </p:nvCxnSpPr>
        <p:spPr>
          <a:xfrm flipH="1" rot="10800000">
            <a:off x="5162925" y="3878875"/>
            <a:ext cx="13047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 Scraping Flow</a:t>
            </a:r>
            <a:endParaRPr/>
          </a:p>
        </p:txBody>
      </p:sp>
      <p:sp>
        <p:nvSpPr>
          <p:cNvPr id="305" name="Google Shape;305;p16"/>
          <p:cNvSpPr txBox="1"/>
          <p:nvPr>
            <p:ph idx="1" type="body"/>
          </p:nvPr>
        </p:nvSpPr>
        <p:spPr>
          <a:xfrm>
            <a:off x="854700" y="1597875"/>
            <a:ext cx="7758900" cy="8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Scrapy and Beautiful Soup python packages were used to make sure all documents are downloaded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Monitor the scraping process in Prefect Cloud UI with logs</a:t>
            </a:r>
            <a:endParaRPr/>
          </a:p>
        </p:txBody>
      </p:sp>
      <p:pic>
        <p:nvPicPr>
          <p:cNvPr id="306" name="Google Shape;3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625" y="2571750"/>
            <a:ext cx="3850001" cy="223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483" y="2571750"/>
            <a:ext cx="3596242" cy="22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Cleansing Flow</a:t>
            </a:r>
            <a:endParaRPr/>
          </a:p>
        </p:txBody>
      </p:sp>
      <p:sp>
        <p:nvSpPr>
          <p:cNvPr id="313" name="Google Shape;313;p17"/>
          <p:cNvSpPr txBox="1"/>
          <p:nvPr>
            <p:ph idx="1" type="body"/>
          </p:nvPr>
        </p:nvSpPr>
        <p:spPr>
          <a:xfrm>
            <a:off x="854700" y="1597875"/>
            <a:ext cx="7727100" cy="12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It involves file conversion from pdf to markdown where llm models are good to process markdown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Human-in-the-loop is needed to check the quality of the markdown files(eg. Any missing words, incorrect format, etc)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RAG Flow</a:t>
            </a:r>
            <a:endParaRPr/>
          </a:p>
        </p:txBody>
      </p:sp>
      <p:sp>
        <p:nvSpPr>
          <p:cNvPr id="319" name="Google Shape;319;p18"/>
          <p:cNvSpPr txBox="1"/>
          <p:nvPr>
            <p:ph idx="1" type="body"/>
          </p:nvPr>
        </p:nvSpPr>
        <p:spPr>
          <a:xfrm>
            <a:off x="854700" y="1597875"/>
            <a:ext cx="7727100" cy="12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It uses Opensearch for RAG vector search. It can perform hybrid search with native features to simplify the RAG pipeline, reducing the need for external, custom 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Opensearch has explain API to tune search relevance by showing why a document was ranked highly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There is a UI where developers can test the search result with natural language</a:t>
            </a:r>
            <a:endParaRPr/>
          </a:p>
        </p:txBody>
      </p:sp>
      <p:pic>
        <p:nvPicPr>
          <p:cNvPr id="320" name="Google Shape;3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113" y="2963550"/>
            <a:ext cx="4043876" cy="200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Prefect Cloud</a:t>
            </a:r>
            <a:endParaRPr/>
          </a:p>
        </p:txBody>
      </p:sp>
      <p:sp>
        <p:nvSpPr>
          <p:cNvPr id="326" name="Google Shape;326;p19"/>
          <p:cNvSpPr txBox="1"/>
          <p:nvPr>
            <p:ph idx="1" type="body"/>
          </p:nvPr>
        </p:nvSpPr>
        <p:spPr>
          <a:xfrm>
            <a:off x="854700" y="1597875"/>
            <a:ext cx="7727100" cy="12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It manages all the flows in a single portal. We can monitoring the deployment process and healthiness of a particular deployment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It also manages secrets so no need to do extra works integrating secret values to Prefect environment which is safer.</a:t>
            </a:r>
            <a:endParaRPr/>
          </a:p>
        </p:txBody>
      </p:sp>
      <p:pic>
        <p:nvPicPr>
          <p:cNvPr id="327" name="Google Shape;3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75" y="2832375"/>
            <a:ext cx="4711425" cy="16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0998" y="2832375"/>
            <a:ext cx="1484975" cy="202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Opensearch Service</a:t>
            </a:r>
            <a:endParaRPr/>
          </a:p>
        </p:txBody>
      </p:sp>
      <p:sp>
        <p:nvSpPr>
          <p:cNvPr id="334" name="Google Shape;334;p20"/>
          <p:cNvSpPr txBox="1"/>
          <p:nvPr>
            <p:ph idx="1" type="body"/>
          </p:nvPr>
        </p:nvSpPr>
        <p:spPr>
          <a:xfrm>
            <a:off x="854700" y="1597875"/>
            <a:ext cx="7727100" cy="12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The codes support selection on different vector search tools(chromadb, local Opensearch and AWS Opensearch Service)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With AWS Opensearch Service and Prefect Cloud, all the code infrastructure will be setup in cloud</a:t>
            </a:r>
            <a:endParaRPr/>
          </a:p>
        </p:txBody>
      </p:sp>
      <p:pic>
        <p:nvPicPr>
          <p:cNvPr id="335" name="Google Shape;3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225" y="2719575"/>
            <a:ext cx="3947121" cy="20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0"/>
          <p:cNvPicPr preferRelativeResize="0"/>
          <p:nvPr/>
        </p:nvPicPr>
        <p:blipFill rotWithShape="1">
          <a:blip r:embed="rId4">
            <a:alphaModFix/>
          </a:blip>
          <a:srcRect b="5024" l="0" r="4389" t="0"/>
          <a:stretch/>
        </p:blipFill>
        <p:spPr>
          <a:xfrm>
            <a:off x="4665625" y="2719575"/>
            <a:ext cx="4067584" cy="20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2 enhancement</a:t>
            </a:r>
            <a:endParaRPr/>
          </a:p>
        </p:txBody>
      </p:sp>
      <p:sp>
        <p:nvSpPr>
          <p:cNvPr id="342" name="Google Shape;342;p21"/>
          <p:cNvSpPr txBox="1"/>
          <p:nvPr>
            <p:ph idx="1" type="body"/>
          </p:nvPr>
        </p:nvSpPr>
        <p:spPr>
          <a:xfrm>
            <a:off x="854700" y="1597875"/>
            <a:ext cx="7727100" cy="22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Setup a </a:t>
            </a:r>
            <a:r>
              <a:rPr lang="en-GB"/>
              <a:t>chat model with ollama + interface for user to interact </a:t>
            </a:r>
            <a:r>
              <a:rPr lang="en-GB"/>
              <a:t>with</a:t>
            </a:r>
            <a:r>
              <a:rPr lang="en-GB"/>
              <a:t> the RAG conveniently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Setup terraform to deploy hardware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Setup infisical for secrets management since it provides higher security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Setup tailscale for vpn to make sure only my laptop can access the application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Setup time series database such as Prometheus and Grafana dashboard for system health monitoring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Create a opensearch container and deploy to Digital Ocean for long term </a:t>
            </a:r>
            <a:r>
              <a:rPr lang="en-GB"/>
              <a:t>demonstration</a:t>
            </a:r>
            <a:r>
              <a:rPr lang="en-GB"/>
              <a:t> purpose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